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"/>
  </p:notesMasterIdLst>
  <p:sldIdLst>
    <p:sldId id="293" r:id="rId2"/>
  </p:sldIdLst>
  <p:sldSz cx="18291175" cy="10290175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el in 2 Zeilen" id="{780E6FA0-58CE-4C9E-8E53-EA1C5B393B4B}">
          <p14:sldIdLst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FB7"/>
    <a:srgbClr val="FF9900"/>
    <a:srgbClr val="0033CC"/>
    <a:srgbClr val="A3DEFF"/>
    <a:srgbClr val="838383"/>
    <a:srgbClr val="FF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5" autoAdjust="0"/>
    <p:restoredTop sz="94660"/>
  </p:normalViewPr>
  <p:slideViewPr>
    <p:cSldViewPr snapToGrid="0">
      <p:cViewPr>
        <p:scale>
          <a:sx n="50" d="100"/>
          <a:sy n="50" d="100"/>
        </p:scale>
        <p:origin x="2148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C62BF-9B66-4697-9CD5-A5DD6CA22BEC}" type="datetimeFigureOut">
              <a:rPr lang="de-DE" smtClean="0"/>
              <a:t>03.07.2018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C6FAC-4519-4D7B-B12A-7F6369704C0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2489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C6FAC-4519-4D7B-B12A-7F6369704C0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45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4" y="9604163"/>
            <a:ext cx="18286412" cy="6860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4406"/>
            <a:ext cx="18286412" cy="960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6206" y="1138779"/>
            <a:ext cx="15090219" cy="5350891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2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363" y="6685493"/>
            <a:ext cx="15090219" cy="1715029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1" cap="all" spc="300" baseline="0">
                <a:solidFill>
                  <a:schemeClr val="tx2"/>
                </a:solidFill>
                <a:latin typeface="+mj-lt"/>
              </a:defRPr>
            </a:lvl1pPr>
            <a:lvl2pPr marL="685937" indent="0" algn="ctr">
              <a:buNone/>
              <a:defRPr sz="3601"/>
            </a:lvl2pPr>
            <a:lvl3pPr marL="1371874" indent="0" algn="ctr">
              <a:buNone/>
              <a:defRPr sz="3601"/>
            </a:lvl3pPr>
            <a:lvl4pPr marL="2057811" indent="0" algn="ctr">
              <a:buNone/>
              <a:defRPr sz="3001"/>
            </a:lvl4pPr>
            <a:lvl5pPr marL="2743749" indent="0" algn="ctr">
              <a:buNone/>
              <a:defRPr sz="3001"/>
            </a:lvl5pPr>
            <a:lvl6pPr marL="3429686" indent="0" algn="ctr">
              <a:buNone/>
              <a:defRPr sz="3001"/>
            </a:lvl6pPr>
            <a:lvl7pPr marL="4115623" indent="0" algn="ctr">
              <a:buNone/>
              <a:defRPr sz="3001"/>
            </a:lvl7pPr>
            <a:lvl8pPr marL="4801560" indent="0" algn="ctr">
              <a:buNone/>
              <a:defRPr sz="3001"/>
            </a:lvl8pPr>
            <a:lvl9pPr marL="5487497" indent="0" algn="ctr">
              <a:buNone/>
              <a:defRPr sz="300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4AF0-9E37-D842-BECF-139CC0228678}" type="datetimeFigureOut">
              <a:rPr lang="en-US" smtClean="0"/>
              <a:t>7/3/2018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58050-974D-E74C-AE4E-80450CF06726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801" y="6517111"/>
            <a:ext cx="148158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92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107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4" y="9604163"/>
            <a:ext cx="18286412" cy="6860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4406"/>
            <a:ext cx="18286412" cy="960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06" y="1138779"/>
            <a:ext cx="15090219" cy="5350891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2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06" y="6681754"/>
            <a:ext cx="15090219" cy="1715029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1" cap="all" spc="300" baseline="0">
                <a:solidFill>
                  <a:schemeClr val="tx2"/>
                </a:solidFill>
                <a:latin typeface="+mj-lt"/>
              </a:defRPr>
            </a:lvl1pPr>
            <a:lvl2pPr marL="685937" indent="0">
              <a:buNone/>
              <a:defRPr sz="2701">
                <a:solidFill>
                  <a:schemeClr val="tx1">
                    <a:tint val="75000"/>
                  </a:schemeClr>
                </a:solidFill>
              </a:defRPr>
            </a:lvl2pPr>
            <a:lvl3pPr marL="137187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81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74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68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5623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15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749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801" y="6517111"/>
            <a:ext cx="148158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15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6206" y="430038"/>
            <a:ext cx="15090219" cy="217680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6204" y="2769455"/>
            <a:ext cx="7407926" cy="60369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8499" y="2769457"/>
            <a:ext cx="7407926" cy="60369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4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6206" y="430038"/>
            <a:ext cx="15090219" cy="217680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06" y="2769933"/>
            <a:ext cx="7407926" cy="110476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1" b="0" cap="all" baseline="0">
                <a:solidFill>
                  <a:schemeClr val="tx2"/>
                </a:solidFill>
              </a:defRPr>
            </a:lvl1pPr>
            <a:lvl2pPr marL="685937" indent="0">
              <a:buNone/>
              <a:defRPr sz="3001" b="1"/>
            </a:lvl2pPr>
            <a:lvl3pPr marL="1371874" indent="0">
              <a:buNone/>
              <a:defRPr sz="2701" b="1"/>
            </a:lvl3pPr>
            <a:lvl4pPr marL="2057811" indent="0">
              <a:buNone/>
              <a:defRPr sz="2400" b="1"/>
            </a:lvl4pPr>
            <a:lvl5pPr marL="2743749" indent="0">
              <a:buNone/>
              <a:defRPr sz="2400" b="1"/>
            </a:lvl5pPr>
            <a:lvl6pPr marL="3429686" indent="0">
              <a:buNone/>
              <a:defRPr sz="2400" b="1"/>
            </a:lvl6pPr>
            <a:lvl7pPr marL="4115623" indent="0">
              <a:buNone/>
              <a:defRPr sz="2400" b="1"/>
            </a:lvl7pPr>
            <a:lvl8pPr marL="4801560" indent="0">
              <a:buNone/>
              <a:defRPr sz="2400" b="1"/>
            </a:lvl8pPr>
            <a:lvl9pPr marL="5487497" indent="0">
              <a:buNone/>
              <a:defRPr sz="24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6206" y="3874697"/>
            <a:ext cx="7407926" cy="50688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8499" y="2769933"/>
            <a:ext cx="7407926" cy="1104764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1" b="0" cap="all" baseline="0">
                <a:solidFill>
                  <a:schemeClr val="tx2"/>
                </a:solidFill>
              </a:defRPr>
            </a:lvl1pPr>
            <a:lvl2pPr marL="685937" indent="0">
              <a:buNone/>
              <a:defRPr sz="3001" b="1"/>
            </a:lvl2pPr>
            <a:lvl3pPr marL="1371874" indent="0">
              <a:buNone/>
              <a:defRPr sz="2701" b="1"/>
            </a:lvl3pPr>
            <a:lvl4pPr marL="2057811" indent="0">
              <a:buNone/>
              <a:defRPr sz="2400" b="1"/>
            </a:lvl4pPr>
            <a:lvl5pPr marL="2743749" indent="0">
              <a:buNone/>
              <a:defRPr sz="2400" b="1"/>
            </a:lvl5pPr>
            <a:lvl6pPr marL="3429686" indent="0">
              <a:buNone/>
              <a:defRPr sz="2400" b="1"/>
            </a:lvl6pPr>
            <a:lvl7pPr marL="4115623" indent="0">
              <a:buNone/>
              <a:defRPr sz="2400" b="1"/>
            </a:lvl7pPr>
            <a:lvl8pPr marL="4801560" indent="0">
              <a:buNone/>
              <a:defRPr sz="2400" b="1"/>
            </a:lvl8pPr>
            <a:lvl9pPr marL="5487497" indent="0">
              <a:buNone/>
              <a:defRPr sz="24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8499" y="3874697"/>
            <a:ext cx="7407926" cy="506886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00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97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4" y="9604163"/>
            <a:ext cx="18286412" cy="6860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4406"/>
            <a:ext cx="18286412" cy="960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36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7241" cy="102901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1158" y="0"/>
            <a:ext cx="96029" cy="10290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919" y="891814"/>
            <a:ext cx="4801433" cy="3430058"/>
          </a:xfrm>
        </p:spPr>
        <p:txBody>
          <a:bodyPr anchor="b">
            <a:normAutofit/>
          </a:bodyPr>
          <a:lstStyle>
            <a:lvl1pPr>
              <a:defRPr sz="5401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2150" y="1097619"/>
            <a:ext cx="9740051" cy="788913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919" y="4390475"/>
            <a:ext cx="4801433" cy="507025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937" indent="0">
              <a:buNone/>
              <a:defRPr sz="1800"/>
            </a:lvl2pPr>
            <a:lvl3pPr marL="1371874" indent="0">
              <a:buNone/>
              <a:defRPr sz="1500"/>
            </a:lvl3pPr>
            <a:lvl4pPr marL="2057811" indent="0">
              <a:buNone/>
              <a:defRPr sz="1350"/>
            </a:lvl4pPr>
            <a:lvl5pPr marL="2743749" indent="0">
              <a:buNone/>
              <a:defRPr sz="1350"/>
            </a:lvl5pPr>
            <a:lvl6pPr marL="3429686" indent="0">
              <a:buNone/>
              <a:defRPr sz="1350"/>
            </a:lvl6pPr>
            <a:lvl7pPr marL="4115623" indent="0">
              <a:buNone/>
              <a:defRPr sz="1350"/>
            </a:lvl7pPr>
            <a:lvl8pPr marL="4801560" indent="0">
              <a:buNone/>
              <a:defRPr sz="1350"/>
            </a:lvl8pPr>
            <a:lvl9pPr marL="5487497" indent="0">
              <a:buNone/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389" y="9692669"/>
            <a:ext cx="3928447" cy="547857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2150" y="9692669"/>
            <a:ext cx="6973510" cy="547857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66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31793"/>
            <a:ext cx="18286412" cy="2858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4889"/>
            <a:ext cx="18286412" cy="960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206" y="7614730"/>
            <a:ext cx="15172530" cy="1234821"/>
          </a:xfrm>
        </p:spPr>
        <p:txBody>
          <a:bodyPr lIns="91440" tIns="0" rIns="91440" bIns="0" anchor="b">
            <a:noAutofit/>
          </a:bodyPr>
          <a:lstStyle>
            <a:lvl1pPr>
              <a:defRPr sz="5401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" y="0"/>
            <a:ext cx="18291152" cy="7374889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1">
                <a:solidFill>
                  <a:schemeClr val="bg1"/>
                </a:solidFill>
              </a:defRPr>
            </a:lvl1pPr>
            <a:lvl2pPr marL="685937" indent="0">
              <a:buNone/>
              <a:defRPr sz="4201"/>
            </a:lvl2pPr>
            <a:lvl3pPr marL="1371874" indent="0">
              <a:buNone/>
              <a:defRPr sz="3601"/>
            </a:lvl3pPr>
            <a:lvl4pPr marL="2057811" indent="0">
              <a:buNone/>
              <a:defRPr sz="3001"/>
            </a:lvl4pPr>
            <a:lvl5pPr marL="2743749" indent="0">
              <a:buNone/>
              <a:defRPr sz="3001"/>
            </a:lvl5pPr>
            <a:lvl6pPr marL="3429686" indent="0">
              <a:buNone/>
              <a:defRPr sz="3001"/>
            </a:lvl6pPr>
            <a:lvl7pPr marL="4115623" indent="0">
              <a:buNone/>
              <a:defRPr sz="3001"/>
            </a:lvl7pPr>
            <a:lvl8pPr marL="4801560" indent="0">
              <a:buNone/>
              <a:defRPr sz="3001"/>
            </a:lvl8pPr>
            <a:lvl9pPr marL="5487497" indent="0">
              <a:buNone/>
              <a:defRPr sz="300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6206" y="8863269"/>
            <a:ext cx="15172530" cy="89181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937" indent="0">
              <a:buNone/>
              <a:defRPr sz="1800"/>
            </a:lvl2pPr>
            <a:lvl3pPr marL="1371874" indent="0">
              <a:buNone/>
              <a:defRPr sz="1500"/>
            </a:lvl3pPr>
            <a:lvl4pPr marL="2057811" indent="0">
              <a:buNone/>
              <a:defRPr sz="1350"/>
            </a:lvl4pPr>
            <a:lvl5pPr marL="2743749" indent="0">
              <a:buNone/>
              <a:defRPr sz="1350"/>
            </a:lvl5pPr>
            <a:lvl6pPr marL="3429686" indent="0">
              <a:buNone/>
              <a:defRPr sz="1350"/>
            </a:lvl6pPr>
            <a:lvl7pPr marL="4115623" indent="0">
              <a:buNone/>
              <a:defRPr sz="1350"/>
            </a:lvl7pPr>
            <a:lvl8pPr marL="4801560" indent="0">
              <a:buNone/>
              <a:defRPr sz="1350"/>
            </a:lvl8pPr>
            <a:lvl9pPr marL="5487497" indent="0">
              <a:buNone/>
              <a:defRPr sz="13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48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4" y="9604163"/>
            <a:ext cx="18286412" cy="6860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4406"/>
            <a:ext cx="18286412" cy="960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9622" y="622360"/>
            <a:ext cx="3944035" cy="863879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518" y="622359"/>
            <a:ext cx="11603464" cy="8638798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05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4163"/>
            <a:ext cx="18291175" cy="6860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4406"/>
            <a:ext cx="18291177" cy="990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6206" y="430038"/>
            <a:ext cx="15090219" cy="21768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6206" y="2769455"/>
            <a:ext cx="15090219" cy="603690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6207" y="9692669"/>
            <a:ext cx="3709050" cy="5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7/3/2018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30237" y="9692669"/>
            <a:ext cx="7235462" cy="5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3266" y="9692669"/>
            <a:ext cx="1968379" cy="54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609" y="2607572"/>
            <a:ext cx="1495303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70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1371874" rtl="0" eaLnBrk="1" latinLnBrk="0" hangingPunct="1">
        <a:lnSpc>
          <a:spcPct val="85000"/>
        </a:lnSpc>
        <a:spcBef>
          <a:spcPct val="0"/>
        </a:spcBef>
        <a:buNone/>
        <a:defRPr sz="7201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87" indent="-137187" algn="l" defTabSz="1371874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187" indent="-274375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562" indent="-274375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937" indent="-274375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312" indent="-274375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330" indent="-342969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390" indent="-342969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450" indent="-342969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510" indent="-342969" algn="l" defTabSz="1371874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1pPr>
      <a:lvl2pPr marL="685937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371874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3pPr>
      <a:lvl4pPr marL="2057811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4pPr>
      <a:lvl5pPr marL="2743749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5pPr>
      <a:lvl6pPr marL="3429686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6pPr>
      <a:lvl7pPr marL="4115623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7pPr>
      <a:lvl8pPr marL="4801560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8pPr>
      <a:lvl9pPr marL="5487497" algn="l" defTabSz="1371874" rtl="0" eaLnBrk="1" latinLnBrk="0" hangingPunct="1">
        <a:defRPr sz="2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Auto, Transport enthält.&#10;&#10;Mit sehr hoher Zuverlässigkeit generierte Beschreibung">
            <a:extLst>
              <a:ext uri="{FF2B5EF4-FFF2-40B4-BE49-F238E27FC236}">
                <a16:creationId xmlns:a16="http://schemas.microsoft.com/office/drawing/2014/main" id="{AC9ADB28-CFB2-4333-8A73-7CDA23274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300" y="2155635"/>
            <a:ext cx="8447843" cy="7285554"/>
          </a:xfrm>
          <a:prstGeom prst="rect">
            <a:avLst/>
          </a:prstGeom>
        </p:spPr>
      </p:pic>
      <p:grpSp>
        <p:nvGrpSpPr>
          <p:cNvPr id="15" name="Middle Layer first layer">
            <a:extLst>
              <a:ext uri="{FF2B5EF4-FFF2-40B4-BE49-F238E27FC236}">
                <a16:creationId xmlns:a16="http://schemas.microsoft.com/office/drawing/2014/main" id="{D4910EAC-E904-465B-AC84-98DAD3BC312B}"/>
              </a:ext>
            </a:extLst>
          </p:cNvPr>
          <p:cNvGrpSpPr/>
          <p:nvPr/>
        </p:nvGrpSpPr>
        <p:grpSpPr>
          <a:xfrm>
            <a:off x="2729253" y="42017"/>
            <a:ext cx="755038" cy="5429002"/>
            <a:chOff x="4427984" y="3643428"/>
            <a:chExt cx="288032" cy="2307448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EE60491E-DDCA-4C5C-AFB6-72F7367FCB96}"/>
                </a:ext>
              </a:extLst>
            </p:cNvPr>
            <p:cNvSpPr/>
            <p:nvPr/>
          </p:nvSpPr>
          <p:spPr bwMode="auto">
            <a:xfrm>
              <a:off x="4427984" y="3643428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BE910852-36CC-4977-85F6-92E5D8178074}"/>
                </a:ext>
              </a:extLst>
            </p:cNvPr>
            <p:cNvSpPr/>
            <p:nvPr/>
          </p:nvSpPr>
          <p:spPr bwMode="auto">
            <a:xfrm>
              <a:off x="4427984" y="4147484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2FB43EF9-611F-411D-A6C8-C5740F79A2AD}"/>
                </a:ext>
              </a:extLst>
            </p:cNvPr>
            <p:cNvSpPr/>
            <p:nvPr/>
          </p:nvSpPr>
          <p:spPr bwMode="auto">
            <a:xfrm>
              <a:off x="4427984" y="4654732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583EF29C-79DA-4E24-BEE9-D726948220CF}"/>
                </a:ext>
              </a:extLst>
            </p:cNvPr>
            <p:cNvSpPr/>
            <p:nvPr/>
          </p:nvSpPr>
          <p:spPr bwMode="auto">
            <a:xfrm>
              <a:off x="4427984" y="5161980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0E910947-E455-49E2-812D-2F9F72B96759}"/>
                </a:ext>
              </a:extLst>
            </p:cNvPr>
            <p:cNvSpPr/>
            <p:nvPr/>
          </p:nvSpPr>
          <p:spPr bwMode="auto">
            <a:xfrm>
              <a:off x="4427984" y="5662844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1" name="Input to Middle Layer Verbindungen">
            <a:extLst>
              <a:ext uri="{FF2B5EF4-FFF2-40B4-BE49-F238E27FC236}">
                <a16:creationId xmlns:a16="http://schemas.microsoft.com/office/drawing/2014/main" id="{254AABA4-5653-4EA2-B648-B39E8325D9E5}"/>
              </a:ext>
            </a:extLst>
          </p:cNvPr>
          <p:cNvGrpSpPr/>
          <p:nvPr/>
        </p:nvGrpSpPr>
        <p:grpSpPr>
          <a:xfrm>
            <a:off x="1753673" y="380860"/>
            <a:ext cx="975581" cy="4751316"/>
            <a:chOff x="3591209" y="2603526"/>
            <a:chExt cx="437648" cy="6766545"/>
          </a:xfrm>
        </p:grpSpPr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1CC7F572-7045-4825-A648-4F8D869D09C8}"/>
                </a:ext>
              </a:extLst>
            </p:cNvPr>
            <p:cNvCxnSpPr>
              <a:stCxn id="43" idx="6"/>
              <a:endCxn id="16" idx="2"/>
            </p:cNvCxnSpPr>
            <p:nvPr/>
          </p:nvCxnSpPr>
          <p:spPr bwMode="auto">
            <a:xfrm flipV="1">
              <a:off x="3591209" y="2603526"/>
              <a:ext cx="437648" cy="66641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54E1C76A-F5CD-40E6-80D0-8BC1437108CA}"/>
                </a:ext>
              </a:extLst>
            </p:cNvPr>
            <p:cNvCxnSpPr>
              <a:stCxn id="43" idx="6"/>
              <a:endCxn id="17" idx="2"/>
            </p:cNvCxnSpPr>
            <p:nvPr/>
          </p:nvCxnSpPr>
          <p:spPr bwMode="auto">
            <a:xfrm>
              <a:off x="3591209" y="3269945"/>
              <a:ext cx="437648" cy="1022543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AA61E591-61C7-4EB2-85A7-C891214A3217}"/>
                </a:ext>
              </a:extLst>
            </p:cNvPr>
            <p:cNvCxnSpPr>
              <a:stCxn id="43" idx="6"/>
              <a:endCxn id="18" idx="2"/>
            </p:cNvCxnSpPr>
            <p:nvPr/>
          </p:nvCxnSpPr>
          <p:spPr bwMode="auto">
            <a:xfrm>
              <a:off x="3591209" y="3269945"/>
              <a:ext cx="437648" cy="2722201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8887009D-D1E0-47F7-84E0-DDC928193058}"/>
                </a:ext>
              </a:extLst>
            </p:cNvPr>
            <p:cNvCxnSpPr>
              <a:stCxn id="43" idx="6"/>
              <a:endCxn id="19" idx="2"/>
            </p:cNvCxnSpPr>
            <p:nvPr/>
          </p:nvCxnSpPr>
          <p:spPr bwMode="auto">
            <a:xfrm>
              <a:off x="3591209" y="3269945"/>
              <a:ext cx="437648" cy="442185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5B594D21-F0CC-4BE3-A286-74D8AE0F2D93}"/>
                </a:ext>
              </a:extLst>
            </p:cNvPr>
            <p:cNvCxnSpPr>
              <a:stCxn id="43" idx="6"/>
              <a:endCxn id="20" idx="2"/>
            </p:cNvCxnSpPr>
            <p:nvPr/>
          </p:nvCxnSpPr>
          <p:spPr bwMode="auto">
            <a:xfrm>
              <a:off x="3591209" y="3269945"/>
              <a:ext cx="437648" cy="6100126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A76D578A-6243-49ED-BD7E-FE64B12C6C6F}"/>
                </a:ext>
              </a:extLst>
            </p:cNvPr>
            <p:cNvCxnSpPr>
              <a:stCxn id="44" idx="6"/>
              <a:endCxn id="16" idx="2"/>
            </p:cNvCxnSpPr>
            <p:nvPr/>
          </p:nvCxnSpPr>
          <p:spPr bwMode="auto">
            <a:xfrm flipV="1">
              <a:off x="3591209" y="2603526"/>
              <a:ext cx="437648" cy="2355381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03A554B7-7329-4FB9-A857-089372477EC5}"/>
                </a:ext>
              </a:extLst>
            </p:cNvPr>
            <p:cNvCxnSpPr>
              <a:stCxn id="44" idx="6"/>
              <a:endCxn id="17" idx="2"/>
            </p:cNvCxnSpPr>
            <p:nvPr/>
          </p:nvCxnSpPr>
          <p:spPr bwMode="auto">
            <a:xfrm flipV="1">
              <a:off x="3591209" y="4292488"/>
              <a:ext cx="437648" cy="66641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99A5D026-8528-470F-8719-01B383A85055}"/>
                </a:ext>
              </a:extLst>
            </p:cNvPr>
            <p:cNvCxnSpPr>
              <a:stCxn id="44" idx="6"/>
              <a:endCxn id="18" idx="2"/>
            </p:cNvCxnSpPr>
            <p:nvPr/>
          </p:nvCxnSpPr>
          <p:spPr bwMode="auto">
            <a:xfrm>
              <a:off x="3591209" y="4958907"/>
              <a:ext cx="437648" cy="103323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0C392A29-EC29-4BC9-AF0B-18D9C3DF9946}"/>
                </a:ext>
              </a:extLst>
            </p:cNvPr>
            <p:cNvCxnSpPr>
              <a:stCxn id="45" idx="6"/>
              <a:endCxn id="19" idx="2"/>
            </p:cNvCxnSpPr>
            <p:nvPr/>
          </p:nvCxnSpPr>
          <p:spPr bwMode="auto">
            <a:xfrm>
              <a:off x="3591209" y="6658565"/>
              <a:ext cx="437648" cy="103323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A490923D-5560-489E-80E8-31CA5ACC35B3}"/>
                </a:ext>
              </a:extLst>
            </p:cNvPr>
            <p:cNvCxnSpPr>
              <a:stCxn id="45" idx="6"/>
              <a:endCxn id="20" idx="2"/>
            </p:cNvCxnSpPr>
            <p:nvPr/>
          </p:nvCxnSpPr>
          <p:spPr bwMode="auto">
            <a:xfrm>
              <a:off x="3591209" y="6658565"/>
              <a:ext cx="437648" cy="2711506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5208D147-E655-4ABF-B33A-5E28AC650B9F}"/>
                </a:ext>
              </a:extLst>
            </p:cNvPr>
            <p:cNvCxnSpPr>
              <a:stCxn id="44" idx="6"/>
              <a:endCxn id="19" idx="2"/>
            </p:cNvCxnSpPr>
            <p:nvPr/>
          </p:nvCxnSpPr>
          <p:spPr bwMode="auto">
            <a:xfrm>
              <a:off x="3591209" y="4958907"/>
              <a:ext cx="437648" cy="2732897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256C3030-14F9-4016-A00A-42CE8DB90525}"/>
                </a:ext>
              </a:extLst>
            </p:cNvPr>
            <p:cNvCxnSpPr>
              <a:stCxn id="44" idx="6"/>
              <a:endCxn id="20" idx="2"/>
            </p:cNvCxnSpPr>
            <p:nvPr/>
          </p:nvCxnSpPr>
          <p:spPr bwMode="auto">
            <a:xfrm>
              <a:off x="3591209" y="4958907"/>
              <a:ext cx="437648" cy="4411164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4" name="Gerade Verbindung mit Pfeil 33">
              <a:extLst>
                <a:ext uri="{FF2B5EF4-FFF2-40B4-BE49-F238E27FC236}">
                  <a16:creationId xmlns:a16="http://schemas.microsoft.com/office/drawing/2014/main" id="{80256A51-9A29-4708-BEE2-5543A7C04284}"/>
                </a:ext>
              </a:extLst>
            </p:cNvPr>
            <p:cNvCxnSpPr>
              <a:stCxn id="45" idx="6"/>
              <a:endCxn id="16" idx="2"/>
            </p:cNvCxnSpPr>
            <p:nvPr/>
          </p:nvCxnSpPr>
          <p:spPr bwMode="auto">
            <a:xfrm flipV="1">
              <a:off x="3591209" y="2603526"/>
              <a:ext cx="437648" cy="405503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A813758A-0711-4C71-B9E4-41294D2D1B84}"/>
                </a:ext>
              </a:extLst>
            </p:cNvPr>
            <p:cNvCxnSpPr>
              <a:stCxn id="45" idx="6"/>
              <a:endCxn id="17" idx="2"/>
            </p:cNvCxnSpPr>
            <p:nvPr/>
          </p:nvCxnSpPr>
          <p:spPr bwMode="auto">
            <a:xfrm flipV="1">
              <a:off x="3591209" y="4292488"/>
              <a:ext cx="437648" cy="2366077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53E6D9A7-1AA3-40FA-B478-5625AA2D3FB9}"/>
                </a:ext>
              </a:extLst>
            </p:cNvPr>
            <p:cNvCxnSpPr>
              <a:stCxn id="45" idx="6"/>
              <a:endCxn id="18" idx="2"/>
            </p:cNvCxnSpPr>
            <p:nvPr/>
          </p:nvCxnSpPr>
          <p:spPr bwMode="auto">
            <a:xfrm flipV="1">
              <a:off x="3591209" y="5992146"/>
              <a:ext cx="437648" cy="66641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C76D142C-8440-49E3-8BD6-C9A15A9F01AA}"/>
                </a:ext>
              </a:extLst>
            </p:cNvPr>
            <p:cNvCxnSpPr>
              <a:stCxn id="46" idx="6"/>
              <a:endCxn id="16" idx="2"/>
            </p:cNvCxnSpPr>
            <p:nvPr/>
          </p:nvCxnSpPr>
          <p:spPr bwMode="auto">
            <a:xfrm flipV="1">
              <a:off x="3591209" y="2603526"/>
              <a:ext cx="437648" cy="5754697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67630729-B342-4379-BD12-F61C5AFAF28E}"/>
                </a:ext>
              </a:extLst>
            </p:cNvPr>
            <p:cNvCxnSpPr>
              <a:stCxn id="46" idx="6"/>
              <a:endCxn id="17" idx="2"/>
            </p:cNvCxnSpPr>
            <p:nvPr/>
          </p:nvCxnSpPr>
          <p:spPr bwMode="auto">
            <a:xfrm flipV="1">
              <a:off x="3591209" y="4292488"/>
              <a:ext cx="437648" cy="4065735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33A5F669-A94D-49FC-84A8-C35288773E4D}"/>
                </a:ext>
              </a:extLst>
            </p:cNvPr>
            <p:cNvCxnSpPr>
              <a:stCxn id="46" idx="6"/>
              <a:endCxn id="18" idx="2"/>
            </p:cNvCxnSpPr>
            <p:nvPr/>
          </p:nvCxnSpPr>
          <p:spPr bwMode="auto">
            <a:xfrm flipV="1">
              <a:off x="3591209" y="5992146"/>
              <a:ext cx="437648" cy="2366077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40600324-A1E7-471A-8F94-1F3810F8B926}"/>
                </a:ext>
              </a:extLst>
            </p:cNvPr>
            <p:cNvCxnSpPr>
              <a:stCxn id="46" idx="6"/>
              <a:endCxn id="19" idx="2"/>
            </p:cNvCxnSpPr>
            <p:nvPr/>
          </p:nvCxnSpPr>
          <p:spPr bwMode="auto">
            <a:xfrm flipV="1">
              <a:off x="3591209" y="7691804"/>
              <a:ext cx="437648" cy="666419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F66C650E-F7F9-4401-AFA7-B4106C0387FC}"/>
                </a:ext>
              </a:extLst>
            </p:cNvPr>
            <p:cNvCxnSpPr>
              <a:stCxn id="46" idx="6"/>
              <a:endCxn id="20" idx="2"/>
            </p:cNvCxnSpPr>
            <p:nvPr/>
          </p:nvCxnSpPr>
          <p:spPr bwMode="auto">
            <a:xfrm>
              <a:off x="3591209" y="8358223"/>
              <a:ext cx="437648" cy="1011848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2" name="Input Layer">
            <a:extLst>
              <a:ext uri="{FF2B5EF4-FFF2-40B4-BE49-F238E27FC236}">
                <a16:creationId xmlns:a16="http://schemas.microsoft.com/office/drawing/2014/main" id="{C6DE2F7B-E5A6-44AF-9DDB-EFA551257A29}"/>
              </a:ext>
            </a:extLst>
          </p:cNvPr>
          <p:cNvGrpSpPr/>
          <p:nvPr/>
        </p:nvGrpSpPr>
        <p:grpSpPr>
          <a:xfrm>
            <a:off x="432356" y="509961"/>
            <a:ext cx="1321316" cy="4250561"/>
            <a:chOff x="3275856" y="3931460"/>
            <a:chExt cx="504056" cy="1806584"/>
          </a:xfrm>
        </p:grpSpPr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5DFA09EE-653D-4995-B1D1-BE0F6631B629}"/>
                </a:ext>
              </a:extLst>
            </p:cNvPr>
            <p:cNvSpPr/>
            <p:nvPr/>
          </p:nvSpPr>
          <p:spPr bwMode="auto">
            <a:xfrm>
              <a:off x="3491880" y="3931460"/>
              <a:ext cx="288032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21C0C84E-1FEF-4E0B-9BF7-C3CFD959B6BA}"/>
                </a:ext>
              </a:extLst>
            </p:cNvPr>
            <p:cNvSpPr/>
            <p:nvPr/>
          </p:nvSpPr>
          <p:spPr bwMode="auto">
            <a:xfrm>
              <a:off x="3491880" y="4435516"/>
              <a:ext cx="288032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570412D3-7CDE-4587-8CA2-8714CB529956}"/>
                </a:ext>
              </a:extLst>
            </p:cNvPr>
            <p:cNvSpPr/>
            <p:nvPr/>
          </p:nvSpPr>
          <p:spPr bwMode="auto">
            <a:xfrm>
              <a:off x="3491880" y="4942764"/>
              <a:ext cx="288032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BC5F31F6-AD63-4374-8636-9EFAEE54F7BE}"/>
                </a:ext>
              </a:extLst>
            </p:cNvPr>
            <p:cNvSpPr/>
            <p:nvPr/>
          </p:nvSpPr>
          <p:spPr bwMode="auto">
            <a:xfrm>
              <a:off x="3491880" y="5450012"/>
              <a:ext cx="288032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F87B62B-7F1E-4090-8C6E-1C4756BED8F0}"/>
                </a:ext>
              </a:extLst>
            </p:cNvPr>
            <p:cNvCxnSpPr>
              <a:endCxn id="43" idx="2"/>
            </p:cNvCxnSpPr>
            <p:nvPr/>
          </p:nvCxnSpPr>
          <p:spPr bwMode="auto">
            <a:xfrm>
              <a:off x="3275856" y="4075476"/>
              <a:ext cx="216024" cy="0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Gerade Verbindung mit Pfeil 47">
              <a:extLst>
                <a:ext uri="{FF2B5EF4-FFF2-40B4-BE49-F238E27FC236}">
                  <a16:creationId xmlns:a16="http://schemas.microsoft.com/office/drawing/2014/main" id="{D0652341-F580-4C1D-A4DF-FFCA9C63DAF0}"/>
                </a:ext>
              </a:extLst>
            </p:cNvPr>
            <p:cNvCxnSpPr>
              <a:endCxn id="44" idx="2"/>
            </p:cNvCxnSpPr>
            <p:nvPr/>
          </p:nvCxnSpPr>
          <p:spPr bwMode="auto">
            <a:xfrm>
              <a:off x="3275856" y="4579532"/>
              <a:ext cx="216024" cy="0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5E3E787D-15C7-4B7A-833F-311F0530727B}"/>
                </a:ext>
              </a:extLst>
            </p:cNvPr>
            <p:cNvCxnSpPr>
              <a:cxnSpLocks/>
              <a:endCxn id="45" idx="2"/>
            </p:cNvCxnSpPr>
            <p:nvPr/>
          </p:nvCxnSpPr>
          <p:spPr bwMode="auto">
            <a:xfrm>
              <a:off x="3275856" y="5086780"/>
              <a:ext cx="216024" cy="0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B0FBB9A7-497C-47E7-82E1-49866B1A8EA3}"/>
                </a:ext>
              </a:extLst>
            </p:cNvPr>
            <p:cNvCxnSpPr>
              <a:cxnSpLocks/>
              <a:endCxn id="46" idx="2"/>
            </p:cNvCxnSpPr>
            <p:nvPr/>
          </p:nvCxnSpPr>
          <p:spPr bwMode="auto">
            <a:xfrm>
              <a:off x="3275856" y="5594028"/>
              <a:ext cx="216024" cy="0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1" name="Output Layer">
            <a:extLst>
              <a:ext uri="{FF2B5EF4-FFF2-40B4-BE49-F238E27FC236}">
                <a16:creationId xmlns:a16="http://schemas.microsoft.com/office/drawing/2014/main" id="{1D9C76A5-89D1-46C7-B80E-DABB710F117A}"/>
              </a:ext>
            </a:extLst>
          </p:cNvPr>
          <p:cNvGrpSpPr/>
          <p:nvPr/>
        </p:nvGrpSpPr>
        <p:grpSpPr>
          <a:xfrm>
            <a:off x="6835623" y="1852331"/>
            <a:ext cx="1321316" cy="677687"/>
            <a:chOff x="7236296" y="4652338"/>
            <a:chExt cx="504056" cy="288032"/>
          </a:xfrm>
        </p:grpSpPr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E5881F6A-5D4A-4774-9C86-0D2F1DB5100F}"/>
                </a:ext>
              </a:extLst>
            </p:cNvPr>
            <p:cNvSpPr/>
            <p:nvPr/>
          </p:nvSpPr>
          <p:spPr bwMode="auto">
            <a:xfrm>
              <a:off x="7236296" y="4652338"/>
              <a:ext cx="288032" cy="28803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3" name="Gerade Verbindung mit Pfeil 52">
              <a:extLst>
                <a:ext uri="{FF2B5EF4-FFF2-40B4-BE49-F238E27FC236}">
                  <a16:creationId xmlns:a16="http://schemas.microsoft.com/office/drawing/2014/main" id="{6A76EF85-7403-44AC-B38D-A1C865BB34C3}"/>
                </a:ext>
              </a:extLst>
            </p:cNvPr>
            <p:cNvCxnSpPr>
              <a:cxnSpLocks/>
              <a:stCxn id="52" idx="6"/>
            </p:cNvCxnSpPr>
            <p:nvPr/>
          </p:nvCxnSpPr>
          <p:spPr bwMode="auto">
            <a:xfrm flipV="1">
              <a:off x="7524328" y="4793162"/>
              <a:ext cx="216024" cy="3192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54" name="Output Layer">
            <a:extLst>
              <a:ext uri="{FF2B5EF4-FFF2-40B4-BE49-F238E27FC236}">
                <a16:creationId xmlns:a16="http://schemas.microsoft.com/office/drawing/2014/main" id="{11D76E5A-8EC3-4508-9CFB-C1D719C389D9}"/>
              </a:ext>
            </a:extLst>
          </p:cNvPr>
          <p:cNvGrpSpPr/>
          <p:nvPr/>
        </p:nvGrpSpPr>
        <p:grpSpPr>
          <a:xfrm>
            <a:off x="6835623" y="3053157"/>
            <a:ext cx="1321316" cy="677687"/>
            <a:chOff x="7236296" y="4652338"/>
            <a:chExt cx="504056" cy="288032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025836B1-6509-4D62-A385-8C221896FB0D}"/>
                </a:ext>
              </a:extLst>
            </p:cNvPr>
            <p:cNvSpPr/>
            <p:nvPr/>
          </p:nvSpPr>
          <p:spPr bwMode="auto">
            <a:xfrm>
              <a:off x="7236296" y="4652338"/>
              <a:ext cx="288032" cy="288032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8B516CBC-4993-4CF3-8A49-F543F737ACF4}"/>
                </a:ext>
              </a:extLst>
            </p:cNvPr>
            <p:cNvCxnSpPr>
              <a:cxnSpLocks/>
              <a:stCxn id="55" idx="6"/>
            </p:cNvCxnSpPr>
            <p:nvPr/>
          </p:nvCxnSpPr>
          <p:spPr bwMode="auto">
            <a:xfrm flipV="1">
              <a:off x="7524328" y="4793162"/>
              <a:ext cx="216024" cy="3192"/>
            </a:xfrm>
            <a:prstGeom prst="straightConnector1">
              <a:avLst/>
            </a:prstGeom>
            <a:solidFill>
              <a:srgbClr val="FF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3" name="Grafik 2" hidden="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698"/>
            <a:ext cx="18291175" cy="10293569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8603054" y="695"/>
            <a:ext cx="9688121" cy="2092634"/>
          </a:xfrm>
          <a:prstGeom prst="rect">
            <a:avLst/>
          </a:prstGeom>
          <a:solidFill>
            <a:schemeClr val="lt1">
              <a:alpha val="98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701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88" y="-173230"/>
            <a:ext cx="9114586" cy="2309190"/>
          </a:xfrm>
          <a:prstGeom prst="rect">
            <a:avLst/>
          </a:prstGeom>
        </p:spPr>
      </p:pic>
      <p:sp>
        <p:nvSpPr>
          <p:cNvPr id="11" name="CustomShape 3"/>
          <p:cNvSpPr/>
          <p:nvPr/>
        </p:nvSpPr>
        <p:spPr>
          <a:xfrm>
            <a:off x="1" y="5649510"/>
            <a:ext cx="14062840" cy="1663210"/>
          </a:xfrm>
          <a:prstGeom prst="rect">
            <a:avLst/>
          </a:prstGeom>
          <a:solidFill>
            <a:srgbClr val="407FB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ustomShape 4"/>
          <p:cNvSpPr/>
          <p:nvPr/>
        </p:nvSpPr>
        <p:spPr>
          <a:xfrm>
            <a:off x="142640" y="5703432"/>
            <a:ext cx="17886053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pPr>
              <a:lnSpc>
                <a:spcPct val="100000"/>
              </a:lnSpc>
            </a:pPr>
            <a:r>
              <a:rPr lang="de-DE" sz="9100" b="1" strike="noStrike" spc="-1" dirty="0"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AUTONOMOUS DRIVING</a:t>
            </a:r>
            <a:endParaRPr lang="de-DE" sz="9100" b="0" strike="noStrike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CustomShape 3"/>
          <p:cNvSpPr/>
          <p:nvPr/>
        </p:nvSpPr>
        <p:spPr>
          <a:xfrm>
            <a:off x="1" y="7452963"/>
            <a:ext cx="15401108" cy="1663210"/>
          </a:xfrm>
          <a:prstGeom prst="rect">
            <a:avLst/>
          </a:prstGeom>
          <a:solidFill>
            <a:srgbClr val="407F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CustomShape 4"/>
          <p:cNvSpPr/>
          <p:nvPr/>
        </p:nvSpPr>
        <p:spPr>
          <a:xfrm>
            <a:off x="142641" y="7528197"/>
            <a:ext cx="17886052" cy="157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3440" tIns="81720" rIns="163440" bIns="81720"/>
          <a:lstStyle/>
          <a:p>
            <a:r>
              <a:rPr lang="de-DE" sz="9100" b="1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THE DIRECT PERCEPTION</a:t>
            </a:r>
          </a:p>
        </p:txBody>
      </p:sp>
      <p:grpSp>
        <p:nvGrpSpPr>
          <p:cNvPr id="97" name="Middle Layer first layer">
            <a:extLst>
              <a:ext uri="{FF2B5EF4-FFF2-40B4-BE49-F238E27FC236}">
                <a16:creationId xmlns:a16="http://schemas.microsoft.com/office/drawing/2014/main" id="{8C0B8A89-3A80-4AD2-B3CD-D659FDBE79A2}"/>
              </a:ext>
            </a:extLst>
          </p:cNvPr>
          <p:cNvGrpSpPr/>
          <p:nvPr/>
        </p:nvGrpSpPr>
        <p:grpSpPr>
          <a:xfrm>
            <a:off x="5187713" y="51522"/>
            <a:ext cx="755038" cy="5429002"/>
            <a:chOff x="4427984" y="3643428"/>
            <a:chExt cx="288032" cy="2307448"/>
          </a:xfrm>
        </p:grpSpPr>
        <p:sp>
          <p:nvSpPr>
            <p:cNvPr id="98" name="Ellipse 97">
              <a:extLst>
                <a:ext uri="{FF2B5EF4-FFF2-40B4-BE49-F238E27FC236}">
                  <a16:creationId xmlns:a16="http://schemas.microsoft.com/office/drawing/2014/main" id="{DA8E97C9-6A4F-4D8B-AAC8-0B06205152F5}"/>
                </a:ext>
              </a:extLst>
            </p:cNvPr>
            <p:cNvSpPr/>
            <p:nvPr/>
          </p:nvSpPr>
          <p:spPr bwMode="auto">
            <a:xfrm>
              <a:off x="4427984" y="3643428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9" name="Ellipse 98">
              <a:extLst>
                <a:ext uri="{FF2B5EF4-FFF2-40B4-BE49-F238E27FC236}">
                  <a16:creationId xmlns:a16="http://schemas.microsoft.com/office/drawing/2014/main" id="{E753E0FA-AA97-4253-878A-F44468164120}"/>
                </a:ext>
              </a:extLst>
            </p:cNvPr>
            <p:cNvSpPr/>
            <p:nvPr/>
          </p:nvSpPr>
          <p:spPr bwMode="auto">
            <a:xfrm>
              <a:off x="4427984" y="4143436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Ellipse 99">
              <a:extLst>
                <a:ext uri="{FF2B5EF4-FFF2-40B4-BE49-F238E27FC236}">
                  <a16:creationId xmlns:a16="http://schemas.microsoft.com/office/drawing/2014/main" id="{318A7371-80A4-4073-A299-F725462E6900}"/>
                </a:ext>
              </a:extLst>
            </p:cNvPr>
            <p:cNvSpPr/>
            <p:nvPr/>
          </p:nvSpPr>
          <p:spPr bwMode="auto">
            <a:xfrm>
              <a:off x="4427984" y="4654732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857C33E8-3ABB-4693-935C-3627196447AE}"/>
                </a:ext>
              </a:extLst>
            </p:cNvPr>
            <p:cNvSpPr/>
            <p:nvPr/>
          </p:nvSpPr>
          <p:spPr bwMode="auto">
            <a:xfrm>
              <a:off x="4427984" y="5161980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Ellipse 101">
              <a:extLst>
                <a:ext uri="{FF2B5EF4-FFF2-40B4-BE49-F238E27FC236}">
                  <a16:creationId xmlns:a16="http://schemas.microsoft.com/office/drawing/2014/main" id="{AF44B617-3378-4320-A676-6C6CA960BEA2}"/>
                </a:ext>
              </a:extLst>
            </p:cNvPr>
            <p:cNvSpPr/>
            <p:nvPr/>
          </p:nvSpPr>
          <p:spPr bwMode="auto">
            <a:xfrm>
              <a:off x="4427984" y="5662844"/>
              <a:ext cx="288032" cy="288032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178C3D63-52E5-4090-971B-F074563354A1}"/>
              </a:ext>
            </a:extLst>
          </p:cNvPr>
          <p:cNvGrpSpPr/>
          <p:nvPr/>
        </p:nvGrpSpPr>
        <p:grpSpPr>
          <a:xfrm>
            <a:off x="5942750" y="390365"/>
            <a:ext cx="882704" cy="4751316"/>
            <a:chOff x="5790350" y="237965"/>
            <a:chExt cx="882704" cy="4751316"/>
          </a:xfrm>
        </p:grpSpPr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FE0B9E06-A50D-4202-8673-6AC020D151B1}"/>
                </a:ext>
              </a:extLst>
            </p:cNvPr>
            <p:cNvCxnSpPr>
              <a:stCxn id="98" idx="6"/>
            </p:cNvCxnSpPr>
            <p:nvPr/>
          </p:nvCxnSpPr>
          <p:spPr>
            <a:xfrm>
              <a:off x="5790350" y="237965"/>
              <a:ext cx="882704" cy="175876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0FEE3F24-3C6E-4ACF-9754-07E116C95A38}"/>
                </a:ext>
              </a:extLst>
            </p:cNvPr>
            <p:cNvCxnSpPr>
              <a:cxnSpLocks/>
              <a:stCxn id="98" idx="6"/>
            </p:cNvCxnSpPr>
            <p:nvPr/>
          </p:nvCxnSpPr>
          <p:spPr>
            <a:xfrm>
              <a:off x="5790350" y="237965"/>
              <a:ext cx="882704" cy="29595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C2A680E3-6416-4328-BAC3-AE54BF2E05CE}"/>
                </a:ext>
              </a:extLst>
            </p:cNvPr>
            <p:cNvCxnSpPr>
              <a:stCxn id="99" idx="6"/>
            </p:cNvCxnSpPr>
            <p:nvPr/>
          </p:nvCxnSpPr>
          <p:spPr>
            <a:xfrm>
              <a:off x="5790350" y="1414392"/>
              <a:ext cx="882704" cy="5728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8FDE7CA7-0230-4E72-B58E-4D64230D616C}"/>
                </a:ext>
              </a:extLst>
            </p:cNvPr>
            <p:cNvCxnSpPr>
              <a:stCxn id="99" idx="6"/>
            </p:cNvCxnSpPr>
            <p:nvPr/>
          </p:nvCxnSpPr>
          <p:spPr>
            <a:xfrm>
              <a:off x="5790350" y="1414392"/>
              <a:ext cx="882704" cy="17736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006EEED9-32F9-464B-839B-95B58C650FF7}"/>
                </a:ext>
              </a:extLst>
            </p:cNvPr>
            <p:cNvCxnSpPr>
              <a:stCxn id="100" idx="6"/>
            </p:cNvCxnSpPr>
            <p:nvPr/>
          </p:nvCxnSpPr>
          <p:spPr>
            <a:xfrm flipV="1">
              <a:off x="5790350" y="1996732"/>
              <a:ext cx="882704" cy="6206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5C5DE95F-677C-408B-BA83-F4DD0A930FD7}"/>
                </a:ext>
              </a:extLst>
            </p:cNvPr>
            <p:cNvCxnSpPr>
              <a:stCxn id="100" idx="6"/>
            </p:cNvCxnSpPr>
            <p:nvPr/>
          </p:nvCxnSpPr>
          <p:spPr>
            <a:xfrm>
              <a:off x="5790350" y="2617378"/>
              <a:ext cx="882704" cy="5801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C5F0852A-233D-4D66-A704-E0630C42001E}"/>
                </a:ext>
              </a:extLst>
            </p:cNvPr>
            <p:cNvCxnSpPr>
              <a:stCxn id="101" idx="6"/>
            </p:cNvCxnSpPr>
            <p:nvPr/>
          </p:nvCxnSpPr>
          <p:spPr>
            <a:xfrm flipV="1">
              <a:off x="5790350" y="1996732"/>
              <a:ext cx="882704" cy="18141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F4266460-4C5E-4EB8-99F2-2F2750593B38}"/>
                </a:ext>
              </a:extLst>
            </p:cNvPr>
            <p:cNvCxnSpPr>
              <a:stCxn id="101" idx="6"/>
            </p:cNvCxnSpPr>
            <p:nvPr/>
          </p:nvCxnSpPr>
          <p:spPr>
            <a:xfrm flipV="1">
              <a:off x="5790350" y="3197557"/>
              <a:ext cx="882704" cy="61328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A5E6674C-5426-4B75-81E1-C9FEEA12237E}"/>
                </a:ext>
              </a:extLst>
            </p:cNvPr>
            <p:cNvCxnSpPr>
              <a:stCxn id="102" idx="6"/>
            </p:cNvCxnSpPr>
            <p:nvPr/>
          </p:nvCxnSpPr>
          <p:spPr>
            <a:xfrm flipV="1">
              <a:off x="5790350" y="1996732"/>
              <a:ext cx="882704" cy="29925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1014060B-AE16-4DFD-9A12-7CCAA89E1720}"/>
                </a:ext>
              </a:extLst>
            </p:cNvPr>
            <p:cNvCxnSpPr>
              <a:stCxn id="102" idx="6"/>
            </p:cNvCxnSpPr>
            <p:nvPr/>
          </p:nvCxnSpPr>
          <p:spPr>
            <a:xfrm flipV="1">
              <a:off x="5790350" y="3197557"/>
              <a:ext cx="882704" cy="179172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Textfeld 113">
            <a:extLst>
              <a:ext uri="{FF2B5EF4-FFF2-40B4-BE49-F238E27FC236}">
                <a16:creationId xmlns:a16="http://schemas.microsoft.com/office/drawing/2014/main" id="{331854D3-2980-4633-8086-E6E74E856A43}"/>
              </a:ext>
            </a:extLst>
          </p:cNvPr>
          <p:cNvSpPr txBox="1"/>
          <p:nvPr/>
        </p:nvSpPr>
        <p:spPr>
          <a:xfrm>
            <a:off x="3849557" y="62440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  …   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D50980FE-D8B0-4AA0-98AF-7E1E6ABF34F5}"/>
              </a:ext>
            </a:extLst>
          </p:cNvPr>
          <p:cNvSpPr txBox="1"/>
          <p:nvPr/>
        </p:nvSpPr>
        <p:spPr>
          <a:xfrm>
            <a:off x="3953751" y="4821888"/>
            <a:ext cx="9204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 …  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60ABEFA1-0CEE-42CF-AD98-A27861F35952}"/>
              </a:ext>
            </a:extLst>
          </p:cNvPr>
          <p:cNvSpPr txBox="1"/>
          <p:nvPr/>
        </p:nvSpPr>
        <p:spPr>
          <a:xfrm>
            <a:off x="3857383" y="1246998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  …   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5AD80458-CFC6-4D01-B4D2-50E79266E942}"/>
              </a:ext>
            </a:extLst>
          </p:cNvPr>
          <p:cNvSpPr txBox="1"/>
          <p:nvPr/>
        </p:nvSpPr>
        <p:spPr>
          <a:xfrm>
            <a:off x="3838333" y="2437716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  …   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14EDDD8D-78F7-4370-9316-9E875FFB21B9}"/>
              </a:ext>
            </a:extLst>
          </p:cNvPr>
          <p:cNvSpPr txBox="1"/>
          <p:nvPr/>
        </p:nvSpPr>
        <p:spPr>
          <a:xfrm>
            <a:off x="3849557" y="3633305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  …   </a:t>
            </a:r>
          </a:p>
        </p:txBody>
      </p: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8B6C742B-6FCE-4C87-B088-1F6BD8C58A1F}"/>
              </a:ext>
            </a:extLst>
          </p:cNvPr>
          <p:cNvGrpSpPr/>
          <p:nvPr/>
        </p:nvGrpSpPr>
        <p:grpSpPr>
          <a:xfrm>
            <a:off x="3484291" y="380860"/>
            <a:ext cx="1703422" cy="4764194"/>
            <a:chOff x="3484291" y="380860"/>
            <a:chExt cx="1703422" cy="4764194"/>
          </a:xfrm>
        </p:grpSpPr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02325619-6300-4A81-AEDF-85E9227FC961}"/>
                </a:ext>
              </a:extLst>
            </p:cNvPr>
            <p:cNvCxnSpPr>
              <a:stCxn id="20" idx="6"/>
              <a:endCxn id="118" idx="1"/>
            </p:cNvCxnSpPr>
            <p:nvPr/>
          </p:nvCxnSpPr>
          <p:spPr>
            <a:xfrm>
              <a:off x="3484291" y="5132176"/>
              <a:ext cx="469460" cy="1287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r Verbinder 122">
              <a:extLst>
                <a:ext uri="{FF2B5EF4-FFF2-40B4-BE49-F238E27FC236}">
                  <a16:creationId xmlns:a16="http://schemas.microsoft.com/office/drawing/2014/main" id="{851DD65A-E759-4E9A-A9E2-87C30AFA415B}"/>
                </a:ext>
              </a:extLst>
            </p:cNvPr>
            <p:cNvCxnSpPr>
              <a:stCxn id="16" idx="6"/>
              <a:endCxn id="114" idx="1"/>
            </p:cNvCxnSpPr>
            <p:nvPr/>
          </p:nvCxnSpPr>
          <p:spPr>
            <a:xfrm>
              <a:off x="3484291" y="380860"/>
              <a:ext cx="365266" cy="474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r Verbinder 125">
              <a:extLst>
                <a:ext uri="{FF2B5EF4-FFF2-40B4-BE49-F238E27FC236}">
                  <a16:creationId xmlns:a16="http://schemas.microsoft.com/office/drawing/2014/main" id="{41DA5F0C-3023-4793-BBAE-1CE558211096}"/>
                </a:ext>
              </a:extLst>
            </p:cNvPr>
            <p:cNvCxnSpPr>
              <a:stCxn id="118" idx="3"/>
              <a:endCxn id="102" idx="2"/>
            </p:cNvCxnSpPr>
            <p:nvPr/>
          </p:nvCxnSpPr>
          <p:spPr>
            <a:xfrm flipV="1">
              <a:off x="4874196" y="5141681"/>
              <a:ext cx="313517" cy="3373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645E8CF6-B18C-4859-BD82-1DFD902A37E7}"/>
                </a:ext>
              </a:extLst>
            </p:cNvPr>
            <p:cNvCxnSpPr>
              <a:stCxn id="114" idx="3"/>
              <a:endCxn id="98" idx="2"/>
            </p:cNvCxnSpPr>
            <p:nvPr/>
          </p:nvCxnSpPr>
          <p:spPr>
            <a:xfrm>
              <a:off x="4978392" y="385606"/>
              <a:ext cx="209321" cy="4759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BF4C64BD-405D-4235-AAD2-D11A311E41C8}"/>
                </a:ext>
              </a:extLst>
            </p:cNvPr>
            <p:cNvCxnSpPr>
              <a:stCxn id="17" idx="6"/>
              <a:endCxn id="135" idx="1"/>
            </p:cNvCxnSpPr>
            <p:nvPr/>
          </p:nvCxnSpPr>
          <p:spPr>
            <a:xfrm>
              <a:off x="3484291" y="1566811"/>
              <a:ext cx="373092" cy="3353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erader Verbinder 144">
              <a:extLst>
                <a:ext uri="{FF2B5EF4-FFF2-40B4-BE49-F238E27FC236}">
                  <a16:creationId xmlns:a16="http://schemas.microsoft.com/office/drawing/2014/main" id="{4B9E2A6D-5390-4953-846A-0AF67821F216}"/>
                </a:ext>
              </a:extLst>
            </p:cNvPr>
            <p:cNvCxnSpPr>
              <a:stCxn id="135" idx="3"/>
              <a:endCxn id="99" idx="2"/>
            </p:cNvCxnSpPr>
            <p:nvPr/>
          </p:nvCxnSpPr>
          <p:spPr>
            <a:xfrm flipV="1">
              <a:off x="4986218" y="1566792"/>
              <a:ext cx="201495" cy="3372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Gerader Verbinder 146">
              <a:extLst>
                <a:ext uri="{FF2B5EF4-FFF2-40B4-BE49-F238E27FC236}">
                  <a16:creationId xmlns:a16="http://schemas.microsoft.com/office/drawing/2014/main" id="{1BBA943F-A4BD-4440-B0CA-2B7A5666AC11}"/>
                </a:ext>
              </a:extLst>
            </p:cNvPr>
            <p:cNvCxnSpPr>
              <a:stCxn id="16" idx="6"/>
            </p:cNvCxnSpPr>
            <p:nvPr/>
          </p:nvCxnSpPr>
          <p:spPr>
            <a:xfrm>
              <a:off x="3484291" y="380860"/>
              <a:ext cx="254805" cy="34535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erader Verbinder 148">
              <a:extLst>
                <a:ext uri="{FF2B5EF4-FFF2-40B4-BE49-F238E27FC236}">
                  <a16:creationId xmlns:a16="http://schemas.microsoft.com/office/drawing/2014/main" id="{1FCBA68A-9E56-486B-8803-596766F8753A}"/>
                </a:ext>
              </a:extLst>
            </p:cNvPr>
            <p:cNvCxnSpPr>
              <a:stCxn id="18" idx="6"/>
              <a:endCxn id="136" idx="1"/>
            </p:cNvCxnSpPr>
            <p:nvPr/>
          </p:nvCxnSpPr>
          <p:spPr>
            <a:xfrm>
              <a:off x="3484291" y="2760273"/>
              <a:ext cx="354042" cy="609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Gerader Verbinder 150">
              <a:extLst>
                <a:ext uri="{FF2B5EF4-FFF2-40B4-BE49-F238E27FC236}">
                  <a16:creationId xmlns:a16="http://schemas.microsoft.com/office/drawing/2014/main" id="{63AA02FC-DE36-426B-98D9-5D74BAD78FB8}"/>
                </a:ext>
              </a:extLst>
            </p:cNvPr>
            <p:cNvCxnSpPr>
              <a:stCxn id="19" idx="6"/>
              <a:endCxn id="137" idx="1"/>
            </p:cNvCxnSpPr>
            <p:nvPr/>
          </p:nvCxnSpPr>
          <p:spPr>
            <a:xfrm>
              <a:off x="3484291" y="3953734"/>
              <a:ext cx="365266" cy="2737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Gerader Verbinder 152">
              <a:extLst>
                <a:ext uri="{FF2B5EF4-FFF2-40B4-BE49-F238E27FC236}">
                  <a16:creationId xmlns:a16="http://schemas.microsoft.com/office/drawing/2014/main" id="{D392199E-5988-4C29-82B5-93B969028950}"/>
                </a:ext>
              </a:extLst>
            </p:cNvPr>
            <p:cNvCxnSpPr>
              <a:stCxn id="136" idx="3"/>
              <a:endCxn id="100" idx="2"/>
            </p:cNvCxnSpPr>
            <p:nvPr/>
          </p:nvCxnSpPr>
          <p:spPr>
            <a:xfrm>
              <a:off x="4967168" y="2760882"/>
              <a:ext cx="220545" cy="889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r Verbinder 154">
              <a:extLst>
                <a:ext uri="{FF2B5EF4-FFF2-40B4-BE49-F238E27FC236}">
                  <a16:creationId xmlns:a16="http://schemas.microsoft.com/office/drawing/2014/main" id="{784B8177-F750-42A4-8F95-1E9C69D065D5}"/>
                </a:ext>
              </a:extLst>
            </p:cNvPr>
            <p:cNvCxnSpPr>
              <a:stCxn id="137" idx="3"/>
              <a:endCxn id="101" idx="2"/>
            </p:cNvCxnSpPr>
            <p:nvPr/>
          </p:nvCxnSpPr>
          <p:spPr>
            <a:xfrm>
              <a:off x="4978392" y="3956471"/>
              <a:ext cx="209321" cy="676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77501FF8-2CFC-471C-8715-2BC9A562E061}"/>
                </a:ext>
              </a:extLst>
            </p:cNvPr>
            <p:cNvCxnSpPr>
              <a:stCxn id="102" idx="2"/>
            </p:cNvCxnSpPr>
            <p:nvPr/>
          </p:nvCxnSpPr>
          <p:spPr>
            <a:xfrm flipH="1" flipV="1">
              <a:off x="4986218" y="4780392"/>
              <a:ext cx="201495" cy="361289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r Verbinder 158">
              <a:extLst>
                <a:ext uri="{FF2B5EF4-FFF2-40B4-BE49-F238E27FC236}">
                  <a16:creationId xmlns:a16="http://schemas.microsoft.com/office/drawing/2014/main" id="{8D867D04-3613-42DB-ADB3-C9659FDAC8BA}"/>
                </a:ext>
              </a:extLst>
            </p:cNvPr>
            <p:cNvCxnSpPr>
              <a:stCxn id="20" idx="6"/>
            </p:cNvCxnSpPr>
            <p:nvPr/>
          </p:nvCxnSpPr>
          <p:spPr>
            <a:xfrm flipV="1">
              <a:off x="3484291" y="4802838"/>
              <a:ext cx="459291" cy="32933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C3F3E507-3EEF-49EE-AFE6-8AF6A7FD2CF8}"/>
                </a:ext>
              </a:extLst>
            </p:cNvPr>
            <p:cNvCxnSpPr>
              <a:stCxn id="98" idx="2"/>
            </p:cNvCxnSpPr>
            <p:nvPr/>
          </p:nvCxnSpPr>
          <p:spPr>
            <a:xfrm flipH="1">
              <a:off x="5030954" y="390365"/>
              <a:ext cx="156759" cy="333692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Gerader Verbinder 162">
              <a:extLst>
                <a:ext uri="{FF2B5EF4-FFF2-40B4-BE49-F238E27FC236}">
                  <a16:creationId xmlns:a16="http://schemas.microsoft.com/office/drawing/2014/main" id="{8CC7B76E-6F57-4098-B9BB-ADA8DFB5D586}"/>
                </a:ext>
              </a:extLst>
            </p:cNvPr>
            <p:cNvCxnSpPr>
              <a:stCxn id="99" idx="2"/>
            </p:cNvCxnSpPr>
            <p:nvPr/>
          </p:nvCxnSpPr>
          <p:spPr>
            <a:xfrm flipH="1">
              <a:off x="5004673" y="1566792"/>
              <a:ext cx="183040" cy="303369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Gerader Verbinder 164">
              <a:extLst>
                <a:ext uri="{FF2B5EF4-FFF2-40B4-BE49-F238E27FC236}">
                  <a16:creationId xmlns:a16="http://schemas.microsoft.com/office/drawing/2014/main" id="{83AE495B-2A68-4A5F-91F8-1074AA5FBECE}"/>
                </a:ext>
              </a:extLst>
            </p:cNvPr>
            <p:cNvCxnSpPr>
              <a:stCxn id="99" idx="2"/>
            </p:cNvCxnSpPr>
            <p:nvPr/>
          </p:nvCxnSpPr>
          <p:spPr>
            <a:xfrm flipH="1" flipV="1">
              <a:off x="5030954" y="1279353"/>
              <a:ext cx="156759" cy="287439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Gerader Verbinder 166">
              <a:extLst>
                <a:ext uri="{FF2B5EF4-FFF2-40B4-BE49-F238E27FC236}">
                  <a16:creationId xmlns:a16="http://schemas.microsoft.com/office/drawing/2014/main" id="{478EB510-4CB0-44D3-A5A5-2ED0BA96CE3B}"/>
                </a:ext>
              </a:extLst>
            </p:cNvPr>
            <p:cNvCxnSpPr>
              <a:stCxn id="17" idx="6"/>
            </p:cNvCxnSpPr>
            <p:nvPr/>
          </p:nvCxnSpPr>
          <p:spPr>
            <a:xfrm flipV="1">
              <a:off x="3484291" y="1327883"/>
              <a:ext cx="317433" cy="23892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r Verbinder 168">
              <a:extLst>
                <a:ext uri="{FF2B5EF4-FFF2-40B4-BE49-F238E27FC236}">
                  <a16:creationId xmlns:a16="http://schemas.microsoft.com/office/drawing/2014/main" id="{02B353F9-2EE6-48CD-B2A4-8652F790178C}"/>
                </a:ext>
              </a:extLst>
            </p:cNvPr>
            <p:cNvCxnSpPr>
              <a:stCxn id="17" idx="6"/>
            </p:cNvCxnSpPr>
            <p:nvPr/>
          </p:nvCxnSpPr>
          <p:spPr>
            <a:xfrm>
              <a:off x="3484291" y="1566811"/>
              <a:ext cx="315476" cy="30784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r Verbinder 170">
              <a:extLst>
                <a:ext uri="{FF2B5EF4-FFF2-40B4-BE49-F238E27FC236}">
                  <a16:creationId xmlns:a16="http://schemas.microsoft.com/office/drawing/2014/main" id="{3DB5EF6F-09E0-42DC-BB97-F03579EDD30A}"/>
                </a:ext>
              </a:extLst>
            </p:cNvPr>
            <p:cNvCxnSpPr>
              <a:stCxn id="18" idx="6"/>
            </p:cNvCxnSpPr>
            <p:nvPr/>
          </p:nvCxnSpPr>
          <p:spPr>
            <a:xfrm flipV="1">
              <a:off x="3484291" y="2515705"/>
              <a:ext cx="383261" cy="24456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r Verbinder 172">
              <a:extLst>
                <a:ext uri="{FF2B5EF4-FFF2-40B4-BE49-F238E27FC236}">
                  <a16:creationId xmlns:a16="http://schemas.microsoft.com/office/drawing/2014/main" id="{C7BCF3CF-F1A0-484E-AA50-CF476198183C}"/>
                </a:ext>
              </a:extLst>
            </p:cNvPr>
            <p:cNvCxnSpPr>
              <a:stCxn id="18" idx="6"/>
            </p:cNvCxnSpPr>
            <p:nvPr/>
          </p:nvCxnSpPr>
          <p:spPr>
            <a:xfrm>
              <a:off x="3484291" y="2760273"/>
              <a:ext cx="354041" cy="206008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Gerader Verbinder 174">
              <a:extLst>
                <a:ext uri="{FF2B5EF4-FFF2-40B4-BE49-F238E27FC236}">
                  <a16:creationId xmlns:a16="http://schemas.microsoft.com/office/drawing/2014/main" id="{3DE3FE8B-E03B-4D01-BA57-07797BC63003}"/>
                </a:ext>
              </a:extLst>
            </p:cNvPr>
            <p:cNvCxnSpPr>
              <a:stCxn id="19" idx="6"/>
            </p:cNvCxnSpPr>
            <p:nvPr/>
          </p:nvCxnSpPr>
          <p:spPr>
            <a:xfrm flipV="1">
              <a:off x="3484291" y="3661518"/>
              <a:ext cx="383261" cy="29221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FA444861-E37B-4DB8-9487-6B821D4A8121}"/>
                </a:ext>
              </a:extLst>
            </p:cNvPr>
            <p:cNvCxnSpPr>
              <a:stCxn id="19" idx="6"/>
            </p:cNvCxnSpPr>
            <p:nvPr/>
          </p:nvCxnSpPr>
          <p:spPr>
            <a:xfrm>
              <a:off x="3484291" y="3953734"/>
              <a:ext cx="315476" cy="22047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r Verbinder 178">
              <a:extLst>
                <a:ext uri="{FF2B5EF4-FFF2-40B4-BE49-F238E27FC236}">
                  <a16:creationId xmlns:a16="http://schemas.microsoft.com/office/drawing/2014/main" id="{CEF4BF48-D3BC-4A18-AEB7-0639B375D4AA}"/>
                </a:ext>
              </a:extLst>
            </p:cNvPr>
            <p:cNvCxnSpPr>
              <a:stCxn id="100" idx="2"/>
            </p:cNvCxnSpPr>
            <p:nvPr/>
          </p:nvCxnSpPr>
          <p:spPr>
            <a:xfrm flipH="1" flipV="1">
              <a:off x="4960397" y="2494891"/>
              <a:ext cx="227316" cy="274887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r Verbinder 180">
              <a:extLst>
                <a:ext uri="{FF2B5EF4-FFF2-40B4-BE49-F238E27FC236}">
                  <a16:creationId xmlns:a16="http://schemas.microsoft.com/office/drawing/2014/main" id="{DB6EDA4E-BDCD-496C-B251-9678945EF987}"/>
                </a:ext>
              </a:extLst>
            </p:cNvPr>
            <p:cNvCxnSpPr>
              <a:stCxn id="100" idx="2"/>
            </p:cNvCxnSpPr>
            <p:nvPr/>
          </p:nvCxnSpPr>
          <p:spPr>
            <a:xfrm flipH="1">
              <a:off x="4986218" y="2769778"/>
              <a:ext cx="201495" cy="317306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r Verbinder 182">
              <a:extLst>
                <a:ext uri="{FF2B5EF4-FFF2-40B4-BE49-F238E27FC236}">
                  <a16:creationId xmlns:a16="http://schemas.microsoft.com/office/drawing/2014/main" id="{49A84A72-88B0-4F91-B05B-16B1CAA161A1}"/>
                </a:ext>
              </a:extLst>
            </p:cNvPr>
            <p:cNvCxnSpPr>
              <a:stCxn id="101" idx="2"/>
            </p:cNvCxnSpPr>
            <p:nvPr/>
          </p:nvCxnSpPr>
          <p:spPr>
            <a:xfrm flipH="1" flipV="1">
              <a:off x="5030954" y="3694505"/>
              <a:ext cx="156759" cy="268734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r Verbinder 184">
              <a:extLst>
                <a:ext uri="{FF2B5EF4-FFF2-40B4-BE49-F238E27FC236}">
                  <a16:creationId xmlns:a16="http://schemas.microsoft.com/office/drawing/2014/main" id="{91989D62-83D6-419C-8A56-D52E613AB9F2}"/>
                </a:ext>
              </a:extLst>
            </p:cNvPr>
            <p:cNvCxnSpPr>
              <a:stCxn id="101" idx="2"/>
            </p:cNvCxnSpPr>
            <p:nvPr/>
          </p:nvCxnSpPr>
          <p:spPr>
            <a:xfrm flipH="1">
              <a:off x="4986218" y="3963239"/>
              <a:ext cx="201495" cy="312697"/>
            </a:xfrm>
            <a:prstGeom prst="line">
              <a:avLst/>
            </a:prstGeom>
            <a:ln w="1905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4134308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TM02900769[[fn=Rückblick]]</Template>
  <TotalTime>0</TotalTime>
  <Words>16</Words>
  <Application>Microsoft Office PowerPoint</Application>
  <PresentationFormat>Benutzerdefiniert</PresentationFormat>
  <Paragraphs>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DejaVu Sans</vt:lpstr>
      <vt:lpstr>Rückblick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Windows-Benutzer</dc:creator>
  <dc:description/>
  <cp:lastModifiedBy>Timo Bergerbusch</cp:lastModifiedBy>
  <cp:revision>67</cp:revision>
  <dcterms:created xsi:type="dcterms:W3CDTF">2017-10-27T12:58:24Z</dcterms:created>
  <dcterms:modified xsi:type="dcterms:W3CDTF">2018-07-03T17:37:53Z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Benutzerdefiniert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